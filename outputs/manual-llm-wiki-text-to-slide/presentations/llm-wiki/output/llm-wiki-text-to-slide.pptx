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안녕하십니까. 오늘 발표를 맡은 [발표자 이름]입니다. 오늘 공유드릴 주제는 LLM Wiki입니다. 세컨드 브레인의 미래라는 관점에서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LLM Wiki가 필요한지 설명합니다. 핵심은 검색의 반복을 지식의 축적으로 바꾸는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큰 차이는 축적입니다. LLM Wiki는 질문을 처리할수록 지식 기반이 더 좋아지는 구조를 지향합니다.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아키텍처는 세 계층입니다. 원본, 지식 저장소, 운영 규칙이 분리되어야 시스템이 안정적으로 작동합니다.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위키 레이어는 시스템의 심장입니다. 사람은 매번 정리하지 않고, AI가 정리한 지식을 읽고 검토하는 역할에 가까워집니다.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LLM이 똑똑하게 행동하려면 규칙이 필요합니다. Schema는 위키 운영을 위한 매뉴얼입니다.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핵심 작업으로 시스템이 돌아갑니다. 특히 Lint는 지식의 정확성과 신뢰도를 유지하는 핵심 작업입니다.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LLM은 위키를 운영하면서 관리 파일을 둡니다. 이 파일들이 지식 저장소를 체계적으로 관리하게 해줍니다.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효과는 명확합니다. 개인뿐 아니라 팀 단위에서도 검색, 관리, 온보딩 비용을 줄일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지식 축적의 4단계를 설명합니다. 마지막 Synthesis 단계에서 AI는 단순 요약을 넘어 새로운 관점을 제안할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결론입니다. LLM Wiki는 단순한 검색 도구가 아니라 기억의 운영 방식 자체를 바꾸는 기술입니다. 지금까지 LLM Wiki였습니다.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05840"/>
            <a:ext cx="9144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325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Wiki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12648" y="2514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AI가 관리하는 개인용 지식 저장소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user-provided script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Wiki는 세컨드 브레인의 운영 방식을 바꾼다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93392"/>
            <a:ext cx="10058400" cy="4069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안드레 카파시가 제안하며 주목받은 새로운 지식 관리 개념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단순 검색을 넘어 AI가 스스로 관리하는 개인용 지식 저장소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정보를 찾는 도구가 아니라 기억을 축적하는 시스템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10996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user-provided script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기존 RAG는 답변마다 정보를 다시 찾지만, LLM Wiki는 지식을 축적한다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93392"/>
            <a:ext cx="10058400" cy="4069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RAG는 질문 시점마다 원본 파일을 검색해 답변을 구성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검색 결과는 대화가 끝나면 축적되지 않고 휘발되기 쉬움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Wiki는 새 정보를 기존 지식과 연결해 위키를 지속 업데이트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10996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user-provided script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RAG와 LLM Wiki의 차이는 정보가 남는가에 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93392"/>
            <a:ext cx="10058400" cy="4069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RAG: 질문마다 파편화된 원본 정보를 다시 탐색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Wiki: 정보를 구조화해 다음 질문의 기반으로 재사용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지식이 쌓일수록 연결과 해석의 가치가 커지는 복리 구조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10996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user-provided script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Wiki는 Raw Sources, Wiki, Schema의 3계층으로 작동한다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93392"/>
            <a:ext cx="10058400" cy="4069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Sources: 사용자가 넣는 원본 문서와 자료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Wiki: 요약, 개념, 연결이 기록되는 지식 저장소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Schema: 위키를 운영하는 규칙과 문서화 기준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10996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user-provided script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WIKI LAYER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Wiki 레이어의 핵심은 사람이 아니라 LLM이 문서를 정리한다는 점이다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93392"/>
            <a:ext cx="10058400" cy="4069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LLM이 원본을 읽고 핵심 내용을 자동 요약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관련 페이지에 백링크를 걸어 지식 간 관계를 형성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새로운 개념이 등장하면 별도 페이지를 생성해 확장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10996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user-provided script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Schema는 LLM이 일관되게 행동하도록 만드는 운영 매뉴얼이다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93392"/>
            <a:ext cx="10058400" cy="4069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폴더 구조, 문서 형식, 인용 방식 등 운영 규칙을 정의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문서 간 모순과 중복을 찾는 기준을 제공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에이전트가 임의로 정리하지 않도록 지식 관리 방식을 고정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10996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user-provided script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TASKS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Wiki는 Ingest, Query, Lint의 반복 사이클로 유지된다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93392"/>
            <a:ext cx="10058400" cy="4069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Ingest: 새로운 정보를 위키에 넣고 구조화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Query: 축적된 위키를 바탕으로 질문에 답변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Lint: 오류, 모순, 낡은 정보를 주기적으로 정리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10996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user-provided script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FILES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관리 파일은 복잡한 위키를 탐색 가능한 지식 체계로 만든다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93392"/>
            <a:ext cx="10058400" cy="4069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index.md: 전체 지식의 목차와 진입점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log.md: 변경 내역과 업데이트 기록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concepts.md: 주요 개념과 관계를 연결한 지도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10996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user-provided script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구조화된 지식은 검색 시간, 문서 관리, 온보딩 비용을 동시에 줄인다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93392"/>
            <a:ext cx="10058400" cy="4069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정보가 이미 구조화되어 검색과 재탐색 시간이 감소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문서 요약, 연결, 갱신이 자동화되어 관리 부담 완화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팀의 지식 맥락이 정리되어 신규 구성원의 온보딩 속도 향상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10996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user-provided script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LOOP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지식은 Ingest, Structuring, Interlinking, Synthesis를 거쳐 통찰이 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93392"/>
            <a:ext cx="10058400" cy="4069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Ingest: 정보를 수집하고 위키에 반영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Structuring: 정보를 개념 단위로 정리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Interlinking: 기존 지식과 관계를 연결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Synthesis: 전체 맥락에서 새로운 통찰을 생성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10996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user-provided script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Wiki는 검색의 미래가 아니라 기억을 운영하는 방식의 변화다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93392"/>
            <a:ext cx="10058400" cy="4069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개인에게는 평생 누적되는 기억 장치가 될 수 있음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기업에게는 암묵지를 형식지로 전환하는 지식 자산</a:t>
            </a:r>
            <a:endParaRPr lang="en-US" sz="2100" dirty="0"/>
          </a:p>
          <a:p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가치는 정보 검색이 아니라 지속적으로 개선되는 기억 체계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109960" y="6355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user-provided script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Text to PPT</dc:subject>
  <dc:creator>Codex</dc:creator>
  <cp:lastModifiedBy>Codex</cp:lastModifiedBy>
  <cp:revision>1</cp:revision>
  <dcterms:created xsi:type="dcterms:W3CDTF">2026-06-07T09:19:36Z</dcterms:created>
  <dcterms:modified xsi:type="dcterms:W3CDTF">2026-06-07T09:19:36Z</dcterms:modified>
</cp:coreProperties>
</file>